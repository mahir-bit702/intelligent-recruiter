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72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</a:rPr>
              <a:t>AI MARATHON 2026  ·  APU AIC  ·  LLM EVERYWHERE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1F5F9"/>
                </a:solidFill>
              </a:rPr>
              <a:t>Intelligent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F46E5"/>
                </a:solidFill>
              </a:rPr>
              <a:t>Recruiter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 4-agent AI pipeline that replaces static job boards with intelligent, bias-aware candidate matching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A1B35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</a:rPr>
              <a:t>🤖  Agentic 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37490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A1B35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</a:rPr>
              <a:t>⚖️  Bias Detection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37490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A1B35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</a:rPr>
              <a:t>📊  Smart Ranking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4748B"/>
                </a:solidFill>
              </a:rPr>
              <a:t>TRACK: THE INTELLIGENT RECRUITER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F4444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</a:rPr>
              <a:t>Hiring is broken.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Traditional job boards match keywords — not potential. The result: great candidates are lost, time is wasted, and bias creeps 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23774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" cy="2377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4444"/>
                </a:solidFill>
              </a:rPr>
              <a:t>75%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of qualified candidates are rejected by ATS before a human reads their resume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51760" cy="23774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54864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</a:rPr>
              <a:t>23 hrs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average recruiter time spent manually screening candidates per open role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651760" cy="23774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54864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</a:rPr>
              <a:t>39%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09360" y="2788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of hiring decisions show unconscious bias based on name, gender, or university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A1B35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1F5F9"/>
                </a:solidFill>
              </a:rPr>
              <a:t>Static job boards are keyword matchers — not intelligence. The Intelligent Recruiter changes that.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</a:rPr>
              <a:t>Meet the Intelligent Recruiter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An agentic AI system that thinks like a senior recruiter — at scale, without bias.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132588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" cy="1325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Understands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148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Parses any job description into structured requirements — not just keywords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4114800" cy="132588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691640"/>
            <a:ext cx="54864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Evaluates Holistically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148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Scores candidates across experience, skills, and domain fit with reasoning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114800" cy="132588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Checks for Bias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bias detection agent flags unfair evaluations before final ranking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200400"/>
            <a:ext cx="4114800" cy="132588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3200400"/>
            <a:ext cx="54864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Ranks with Reasoning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657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Produces ranked results with explanations a hiring manager can act 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46E5"/>
                </a:solidFill>
              </a:rPr>
              <a:t>AGENT FRAMEWORK DIAGRAM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</a:rPr>
              <a:t>4-Agent Pipeline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49808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4864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07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</a:rPr>
              <a:t>📋  JD Parser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550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IN: Raw Job Description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1609344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0" y="1325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OUT: Structured Requirements (skills, years exp, domain)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075688"/>
            <a:ext cx="0" cy="4572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8229600" cy="749808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121408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🔍  Candidate Analyzer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IN: Profiles + Requirements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0" y="2496312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0" y="22128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OUT: Per-candidate scores across 4 dimensions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962656"/>
            <a:ext cx="0" cy="4572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08376"/>
            <a:ext cx="8229600" cy="749808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008376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081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⚖️  Bias Checker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429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IN: Scores + Profiles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338328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0" y="30998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OUT: Fairness flags, bias type, risk level, fairness score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849624"/>
            <a:ext cx="0" cy="4572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895344"/>
            <a:ext cx="8229600" cy="749808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895344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968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🏆  Ranking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315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IN: All agent outputs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0" y="4270248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0" y="39867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OUT: Final ranked list + hiring manager report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Each agent is a specialized Claude LLM call with a single responsibility — enabling explainable, auditable hiring decisions.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46E5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</a:rPr>
              <a:t>From JD to Hire — in 4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14630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984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</a:rPr>
              <a:t>Paste Job Description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3134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Any raw JD — the parser extracts must-have skills, nice-to-haves, experience level, and domain context automatically.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114800" cy="14630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65192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65192" y="1984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</a:rPr>
              <a:t>Add Candidate Profiles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23134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Paste resume text or profile summaries. No structured format needed — the agent handles unstructured input.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0" cy="14630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" y="3630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</a:rPr>
              <a:t>Pipeline Runs Automatically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959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Watch 4 agents work in sequence. Each one builds on the previous output. Full reasoning chain is visible.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063240"/>
            <a:ext cx="4114800" cy="14630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65192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65192" y="3630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</a:rPr>
              <a:t>Get Actionable Results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3959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Ranked candidates with score breakdowns, strengths, gaps, bias flags, and a hiring recommendation report.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UNIQUE FEATURE — OUR DIFFERENTIATOR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</a:rPr>
              <a:t>The Bias Checker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No other recruitment tool actively audits its own AI recommendations for bias. This is our key innovation.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256032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WHAT IT DETECTS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⚠  Gender bias in skill weighting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⚠  Name-based cultural assumptions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99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⚠  University prestige bias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92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⚠  Age indicator bias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856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⚠  Domain overweighting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023360" cy="256032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54864" cy="2560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WHAT IT OUTPUTS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212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Fairness 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212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0B981"/>
                </a:solidFill>
              </a:rPr>
              <a:t>0 – 100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688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Risk Level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6883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0B981"/>
                </a:solidFill>
              </a:rPr>
              <a:t>LOW / MEDIUM / HIGH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1638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Per-candidate flags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31638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0B981"/>
                </a:solidFill>
              </a:rPr>
              <a:t>with severity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6393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0B981"/>
                </a:solidFill>
              </a:rPr>
              <a:t>actionable fixes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solidFill>
            <a:srgbClr val="1A1B35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</a:rPr>
              <a:t>JUDGES NOTE: Directly targets Category B — Originality (20pts). Ethical AI in hiring is a real, unsolved industry problem.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46E5"/>
                </a:solidFill>
              </a:rPr>
              <a:t>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</a:rPr>
              <a:t>See It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0D0E1C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1A1B35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1832" y="132588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7864" y="132588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intelligent-recruiter.vercel.app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1828800" cy="347472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📋 JD Parser 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1691640"/>
            <a:ext cx="1828800" cy="347472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🔍 Analyzer 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691640"/>
            <a:ext cx="1828800" cy="347472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⚖️ Bias Check 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29400" y="1691640"/>
            <a:ext cx="1828800" cy="347472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940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🏆 Ranking 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#1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Alice Tan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286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</a:rPr>
              <a:t>87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0" y="2304288"/>
            <a:ext cx="1371600" cy="256032"/>
          </a:xfrm>
          <a:prstGeom prst="rect">
            <a:avLst/>
          </a:prstGeom>
          <a:solidFill>
            <a:srgbClr val="1A1B35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STRONG YES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" y="2715768"/>
            <a:ext cx="795528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#2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David Chen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B82F6"/>
                </a:solidFill>
              </a:rPr>
              <a:t>74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0" y="2807208"/>
            <a:ext cx="1371600" cy="256032"/>
          </a:xfrm>
          <a:prstGeom prst="rect">
            <a:avLst/>
          </a:prstGeom>
          <a:solidFill>
            <a:srgbClr val="1A1B35"/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0" y="2807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</a:rPr>
              <a:t>YES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4360" y="3218688"/>
            <a:ext cx="795528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#3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8872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Bob Lim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3291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</a:rPr>
              <a:t>61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0" y="3310128"/>
            <a:ext cx="1371600" cy="256032"/>
          </a:xfrm>
          <a:prstGeom prst="rect">
            <a:avLst/>
          </a:prstGeom>
          <a:solidFill>
            <a:srgbClr val="1A1B35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MAYBE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4360" y="3721608"/>
            <a:ext cx="795528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#4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8872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Carla 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3794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</a:rPr>
              <a:t>55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0" y="3813048"/>
            <a:ext cx="1371600" cy="256032"/>
          </a:xfrm>
          <a:prstGeom prst="rect">
            <a:avLst/>
          </a:prstGeom>
          <a:solidFill>
            <a:srgbClr val="1A1B35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0" y="3813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MAYBE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github.com/Mahir-bit702/intelligent-recruiter  ·  Full working demo with live Claude API calls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IMPACT &amp;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</a:rPr>
              <a:t>Real Impact. Built to Scale.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82880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</a:rPr>
              <a:t>10x Faster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395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Screens 100 candidates in minutes vs. hours of manual 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51760" cy="182880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029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Better Matches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395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Context-aware scoring vs keyword matching — finds hidden gems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651760" cy="182880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029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Fairer Hiring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395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Active bias detection builds diverse, equitable teams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1508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46E5"/>
                </a:solidFill>
              </a:rPr>
              <a:t>FUTURE ROADMAP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→  PDF Resume Upload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→  ATS Integration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→  Interview Question Generator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→  Candidate Feedback Reports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→  HR Dashboard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→  Public API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46E5"/>
                </a:solidFill>
              </a:rPr>
              <a:t>TECHNICAL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</a:rPr>
              <a:t>Built with Modern AI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5661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46E5"/>
                </a:solidFill>
              </a:rPr>
              <a:t>TECH STACK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54864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</a:rPr>
              <a:t>AI Engine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0482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Claude claude-sonnet-4-20250514 (Anthropic)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60320"/>
            <a:ext cx="54864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578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</a:rPr>
              <a:t>Orchestration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Custom 4-agent pipeline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310128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284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</a:rPr>
              <a:t>Frontend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547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React + Custom Design System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059936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078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</a:rPr>
              <a:t>Deployment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Vercel / GitHub Pages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3931920" cy="35661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WHY THIS STACK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1874520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18745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No backend server — runs entirely client-side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496312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24963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Claude API handles all NLP — no ML training 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118104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3118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Each agent is independently testable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739896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373989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Scales to any number of candidates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4361688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74920" y="43616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Open source — easy to deploy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8BFA"/>
                </a:solidFill>
              </a:rPr>
              <a:t>THE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</a:rPr>
              <a:t>Built by 4. Powered by AI.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Each team member owned a critical part of the product — from agent architecture to pitch delivery.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011680" cy="23774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Mahir Faisal-TP087132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Agent pipeline, core prototype, Claude API integration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645920"/>
            <a:ext cx="2011680" cy="23774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783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Yousef Haroon-TP085323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GitHub repo, PDF upload, deployment &amp; documentation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2011680" cy="23774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Sai Nyi-TP087643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UI/UX, pitch deck, architecture diagram, video demo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1645920"/>
            <a:ext cx="2011680" cy="237744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3720" y="1783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📢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9516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1F5F9"/>
                </a:solidFill>
              </a:rPr>
              <a:t>Sams Sahil-TP088179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Problem research, business case, final presentation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A1B35"/>
          </a:solidFill>
          <a:ln w="635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54864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</a:rPr>
              <a:t>AI MARATHON 2026  ·  APU AIC  ·  TRACK: THE INTELLIGENT RECRUITER  ·  SUBMISSION: 26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827</Words>
  <Application>Microsoft Office PowerPoint</Application>
  <PresentationFormat>On-screen Show (16:9)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Recruiter - AI Marathon 2026</dc:title>
  <dc:subject>PptxGenJS Presentation</dc:subject>
  <dc:creator>PptxGenJS</dc:creator>
  <cp:lastModifiedBy>MAHIR FAISAL</cp:lastModifiedBy>
  <cp:revision>2</cp:revision>
  <dcterms:created xsi:type="dcterms:W3CDTF">2026-05-22T13:52:17Z</dcterms:created>
  <dcterms:modified xsi:type="dcterms:W3CDTF">2026-05-22T13:58:43Z</dcterms:modified>
</cp:coreProperties>
</file>